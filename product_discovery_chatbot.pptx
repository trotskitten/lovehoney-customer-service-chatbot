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C1C84"/>
    <a:srgbClr val="F72F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3846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60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A03DF-2498-0723-C47B-69A3053BD3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505F1E-7A4D-474E-62E5-8A154FCAF4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D41C49-6B1D-1BC6-30F9-93A2543CA5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30A39-D598-4EAD-BC79-51BDC16E79C9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3C5794-BEAA-548B-0997-E3E111B9F9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375D7F-95C9-8342-4BE4-D767D30FE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6B0B1-D276-48BD-B550-0DE710060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9367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844BF-91E5-B97F-129F-10BFF4113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90F58B-0B82-2511-399D-160792FF02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56DDF8-3C70-734F-CF46-140D7519A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30A39-D598-4EAD-BC79-51BDC16E79C9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CC0FDE-467A-1F64-BF16-37C67CFD1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FA2F57-0875-02E9-C362-225A9911C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6B0B1-D276-48BD-B550-0DE710060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8130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EB970C-6A11-4960-E632-657FB4C7A1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D02CF2-FD45-290D-7A96-9BEE93CFCA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B95B90-D5C8-3770-D01F-1A01D0F89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30A39-D598-4EAD-BC79-51BDC16E79C9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C58EAA-8C99-8FD1-BFC2-B60437E98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C364C4-CDA5-D4ED-625C-01A78D515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6B0B1-D276-48BD-B550-0DE710060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3801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1B48B-C832-5E36-1CC1-825841D41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A043C-DDAF-1022-25DD-6D28A4D248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625F72-8AD4-6AF5-6461-75C810A36B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D5F4A4-AB09-375C-759F-60AC792E04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30A39-D598-4EAD-BC79-51BDC16E79C9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F52568-DBD5-8625-BDDC-281EB3169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B71FAD-B4C1-D62A-2A1E-B4FE19446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6B0B1-D276-48BD-B550-0DE710060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6342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D9F23-39B7-F27C-A17C-47FE7A7EB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C9B780-69E4-2F61-E476-0CFD6E2EF5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04B0CA-2714-B3AD-7282-7A600094BC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256315-A67A-D0D8-7E5E-9275F81E63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A2F5EE-390A-A283-4047-639A8C6386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29240F-A506-502D-9AA6-189865C7A7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30A39-D598-4EAD-BC79-51BDC16E79C9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D52F14F-2CBA-F2A1-628C-E3E14296F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89C82BC-6A84-CB37-33D2-0AA49BFDD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6B0B1-D276-48BD-B550-0DE710060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9957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F09A3-B4F7-214E-5E11-72B6938B0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3BE49EB-3006-DD0A-EB5E-67C266EA3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30A39-D598-4EAD-BC79-51BDC16E79C9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DE5638-08AE-59CD-BA01-596E77617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8E84E8-EF85-E5E6-C883-21DBC19A2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6B0B1-D276-48BD-B550-0DE710060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412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E1F5562-D971-A958-15FA-6F38E3F7B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30A39-D598-4EAD-BC79-51BDC16E79C9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E35E8A7-590E-CEE8-F8DF-E081E5925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FE7BB-BF67-64F6-8247-A37B95030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6B0B1-D276-48BD-B550-0DE710060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7607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DF9C1-A99D-C58B-51A7-86FC5F2F7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C6E04A-DB8E-4937-DF9D-1ACF1FD244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FCEF3B-0033-1F55-31C3-E17B33BFAF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D31EB8-4A80-409A-6D0A-0AEEAA928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30A39-D598-4EAD-BC79-51BDC16E79C9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DBAF43-22E9-B06A-9D3A-9444FD421D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C82CAD-E5CB-81B0-2EBD-E311C024F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6B0B1-D276-48BD-B550-0DE710060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155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1CBFA-F079-0025-2001-DFED133FF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61051C-6118-EE4B-71BD-0981AA2D16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E53DC4-82A8-4CB6-38EF-B980F2F420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5926F-E5C0-1087-E5BA-DA48FC71B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30A39-D598-4EAD-BC79-51BDC16E79C9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B0EBEC-A1C7-1465-5A33-49ECE8D5DD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5B9B7A-1AA6-6A6B-F585-9EFCBC375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6B0B1-D276-48BD-B550-0DE710060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6816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C0C8B-9B01-8C0D-C412-B4E0A2933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C64A035-AD88-4A0F-AABA-13229686D8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26095C-DCB6-219A-893E-1DE0D6ED4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30A39-D598-4EAD-BC79-51BDC16E79C9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2B3B49-F4EF-2FC1-5CA2-72D725983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D15E6C-BAE8-106C-AC6D-A7D9ABF57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6B0B1-D276-48BD-B550-0DE710060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01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79C8CB-2130-22CB-4D58-69698146C6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752060-2797-CEF1-16AA-2ABF58DF55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E0A714-40D4-1892-4F2B-6124319AB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30A39-D598-4EAD-BC79-51BDC16E79C9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81C8FB-A343-9D33-5F3C-85DB2F1A71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890E4E-5B0D-1099-93D8-45BE7026A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6B0B1-D276-48BD-B550-0DE710060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4190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6C09F3D-FE14-AC65-9396-FF1ED10FD3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682DBA-1E49-E6BB-71BB-01F99C4B64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D87D2C-66F0-7333-4F9A-860EF7FED5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130A39-D598-4EAD-BC79-51BDC16E79C9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6EDBD7-BB58-39F6-B104-FD85103B72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05B1D5-85EA-0D57-C774-2DAEA9577C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A6B0B1-D276-48BD-B550-0DE710060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249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lovehoneytoytfinder.streamlit.app/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9D1A8-CC44-7FD4-F966-630EA85D67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0EBC85-14CE-146B-AEFB-1501E7F8E0C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68730C-CFBD-D305-B443-151627DF37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3306" y="-65313"/>
            <a:ext cx="12381722" cy="6997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746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3089A-E03C-AD2F-AEE7-E0970C9AF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509F658-E332-6983-A567-643F612882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1688" y="-67377"/>
            <a:ext cx="12282112" cy="6944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95231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5BD16-47E0-77C0-0613-C099E51817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F1B4D33-8557-026C-7C78-F5B7961A17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5878" y="-77003"/>
            <a:ext cx="12319565" cy="7007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6547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63B1F-68C6-4C70-B992-5151C9B88F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DC68644-4B62-92F3-3561-42A3056D298C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5725" y="-85725"/>
            <a:ext cx="12344399" cy="7019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8099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B73F3-267B-CD43-A923-39CAAF2DA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5F79BB5-785B-2C98-3610-8244CC7D24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6199" y="-95250"/>
            <a:ext cx="12344400" cy="7038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0343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24210E4-C507-6E29-EEE1-759980BD75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5314" y="-65314"/>
            <a:ext cx="12335069" cy="7007290"/>
          </a:xfrm>
          <a:prstGeom prst="rect">
            <a:avLst/>
          </a:prstGeom>
        </p:spPr>
      </p:pic>
      <p:sp>
        <p:nvSpPr>
          <p:cNvPr id="2" name="TextBox 1">
            <a:hlinkClick r:id="rId3"/>
            <a:extLst>
              <a:ext uri="{FF2B5EF4-FFF2-40B4-BE49-F238E27FC236}">
                <a16:creationId xmlns:a16="http://schemas.microsoft.com/office/drawing/2014/main" id="{2ABB46BB-6A28-52B3-CBAD-E337861B22D5}"/>
              </a:ext>
            </a:extLst>
          </p:cNvPr>
          <p:cNvSpPr txBox="1"/>
          <p:nvPr/>
        </p:nvSpPr>
        <p:spPr>
          <a:xfrm>
            <a:off x="5971592" y="5934270"/>
            <a:ext cx="1819470" cy="461665"/>
          </a:xfrm>
          <a:custGeom>
            <a:avLst/>
            <a:gdLst>
              <a:gd name="csX0" fmla="*/ 0 w 1819470"/>
              <a:gd name="csY0" fmla="*/ 0 h 461665"/>
              <a:gd name="csX1" fmla="*/ 436673 w 1819470"/>
              <a:gd name="csY1" fmla="*/ 0 h 461665"/>
              <a:gd name="csX2" fmla="*/ 836956 w 1819470"/>
              <a:gd name="csY2" fmla="*/ 0 h 461665"/>
              <a:gd name="csX3" fmla="*/ 1328213 w 1819470"/>
              <a:gd name="csY3" fmla="*/ 0 h 461665"/>
              <a:gd name="csX4" fmla="*/ 1819470 w 1819470"/>
              <a:gd name="csY4" fmla="*/ 0 h 461665"/>
              <a:gd name="csX5" fmla="*/ 1819470 w 1819470"/>
              <a:gd name="csY5" fmla="*/ 461665 h 461665"/>
              <a:gd name="csX6" fmla="*/ 1400992 w 1819470"/>
              <a:gd name="csY6" fmla="*/ 461665 h 461665"/>
              <a:gd name="csX7" fmla="*/ 982514 w 1819470"/>
              <a:gd name="csY7" fmla="*/ 461665 h 461665"/>
              <a:gd name="csX8" fmla="*/ 491257 w 1819470"/>
              <a:gd name="csY8" fmla="*/ 461665 h 461665"/>
              <a:gd name="csX9" fmla="*/ 0 w 1819470"/>
              <a:gd name="csY9" fmla="*/ 461665 h 461665"/>
              <a:gd name="csX10" fmla="*/ 0 w 1819470"/>
              <a:gd name="csY10" fmla="*/ 0 h 4616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819470" h="461665" extrusionOk="0">
                <a:moveTo>
                  <a:pt x="0" y="0"/>
                </a:moveTo>
                <a:cubicBezTo>
                  <a:pt x="164360" y="-37462"/>
                  <a:pt x="285525" y="41628"/>
                  <a:pt x="436673" y="0"/>
                </a:cubicBezTo>
                <a:cubicBezTo>
                  <a:pt x="587821" y="-41628"/>
                  <a:pt x="730779" y="10469"/>
                  <a:pt x="836956" y="0"/>
                </a:cubicBezTo>
                <a:cubicBezTo>
                  <a:pt x="943133" y="-10469"/>
                  <a:pt x="1129038" y="40496"/>
                  <a:pt x="1328213" y="0"/>
                </a:cubicBezTo>
                <a:cubicBezTo>
                  <a:pt x="1527388" y="-40496"/>
                  <a:pt x="1646770" y="19711"/>
                  <a:pt x="1819470" y="0"/>
                </a:cubicBezTo>
                <a:cubicBezTo>
                  <a:pt x="1873509" y="167166"/>
                  <a:pt x="1782230" y="342841"/>
                  <a:pt x="1819470" y="461665"/>
                </a:cubicBezTo>
                <a:cubicBezTo>
                  <a:pt x="1702009" y="498313"/>
                  <a:pt x="1495050" y="424101"/>
                  <a:pt x="1400992" y="461665"/>
                </a:cubicBezTo>
                <a:cubicBezTo>
                  <a:pt x="1306934" y="499229"/>
                  <a:pt x="1074664" y="458018"/>
                  <a:pt x="982514" y="461665"/>
                </a:cubicBezTo>
                <a:cubicBezTo>
                  <a:pt x="890364" y="465312"/>
                  <a:pt x="672739" y="414048"/>
                  <a:pt x="491257" y="461665"/>
                </a:cubicBezTo>
                <a:cubicBezTo>
                  <a:pt x="309775" y="509282"/>
                  <a:pt x="171090" y="404297"/>
                  <a:pt x="0" y="461665"/>
                </a:cubicBezTo>
                <a:cubicBezTo>
                  <a:pt x="-7079" y="275849"/>
                  <a:pt x="43389" y="136500"/>
                  <a:pt x="0" y="0"/>
                </a:cubicBezTo>
                <a:close/>
              </a:path>
            </a:pathLst>
          </a:custGeom>
          <a:noFill/>
          <a:ln w="31750">
            <a:solidFill>
              <a:srgbClr val="5C1C84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US" sz="2400" u="sng" dirty="0">
                <a:solidFill>
                  <a:srgbClr val="F72F9E"/>
                </a:solidFill>
              </a:rPr>
              <a:t>Access here</a:t>
            </a:r>
          </a:p>
        </p:txBody>
      </p:sp>
    </p:spTree>
    <p:extLst>
      <p:ext uri="{BB962C8B-B14F-4D97-AF65-F5344CB8AC3E}">
        <p14:creationId xmlns:p14="http://schemas.microsoft.com/office/powerpoint/2010/main" val="21118416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</Words>
  <Application>Microsoft Office PowerPoint</Application>
  <PresentationFormat>Widescreen</PresentationFormat>
  <Paragraphs>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NICOLO' RAUCCI</dc:creator>
  <cp:lastModifiedBy>NICOLO' RAUCCI</cp:lastModifiedBy>
  <cp:revision>3</cp:revision>
  <dcterms:created xsi:type="dcterms:W3CDTF">2026-05-29T06:26:46Z</dcterms:created>
  <dcterms:modified xsi:type="dcterms:W3CDTF">2026-05-29T08:03:23Z</dcterms:modified>
</cp:coreProperties>
</file>