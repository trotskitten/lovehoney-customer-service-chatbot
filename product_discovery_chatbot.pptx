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03DF-2498-0723-C47B-69A3053BD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05F1E-7A4D-474E-62E5-8A154FCAF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41C49-6B1D-1BC6-30F9-93A2543C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C5794-BEAA-548B-0997-E3E111B9F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75D7F-95C9-8342-4BE4-D767D30FE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3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44BF-91E5-B97F-129F-10BFF411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0F58B-0B82-2511-399D-160792FF0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6DDF8-3C70-734F-CF46-140D7519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C0FDE-467A-1F64-BF16-37C67CFD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A2F57-0875-02E9-C362-225A9911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1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B970C-6A11-4960-E632-657FB4C7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02CF2-FD45-290D-7A96-9BEE93CFC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95B90-D5C8-3770-D01F-1A01D0F8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58EAA-8C99-8FD1-BFC2-B60437E9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364C4-CDA5-D4ED-625C-01A78D515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8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B48B-C832-5E36-1CC1-825841D4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A043C-DDAF-1022-25DD-6D28A4D2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25F72-8AD4-6AF5-6461-75C810A36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5F4A4-AB09-375C-759F-60AC792E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52568-DBD5-8625-BDDC-281EB316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71FAD-B4C1-D62A-2A1E-B4FE1944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34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D9F23-39B7-F27C-A17C-47FE7A7EB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9B780-69E4-2F61-E476-0CFD6E2EF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4B0CA-2714-B3AD-7282-7A600094B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56315-A67A-D0D8-7E5E-9275F81E6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2F5EE-390A-A283-4047-639A8C638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29240F-A506-502D-9AA6-189865C7A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2F14F-2CBA-F2A1-628C-E3E14296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C82BC-6A84-CB37-33D2-0AA49BFD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9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F09A3-B4F7-214E-5E11-72B6938B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BE49EB-3006-DD0A-EB5E-67C266EA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E5638-08AE-59CD-BA01-596E7761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E84E8-EF85-E5E6-C883-21DBC19A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1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1F5562-D971-A958-15FA-6F38E3F7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5E8A7-590E-CEE8-F8DF-E081E592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FE7BB-BF67-64F6-8247-A37B9503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6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F9C1-A99D-C58B-51A7-86FC5F2F7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6E04A-DB8E-4937-DF9D-1ACF1FD24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CEF3B-0033-1F55-31C3-E17B33BFA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31EB8-4A80-409A-6D0A-0AEEAA92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BAF43-22E9-B06A-9D3A-9444FD42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82CAD-E5CB-81B0-2EBD-E311C024F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5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1CBFA-F079-0025-2001-DFED133FF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61051C-6118-EE4B-71BD-0981AA2D1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53DC4-82A8-4CB6-38EF-B980F2F42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5926F-E5C0-1087-E5BA-DA48FC71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0EBEC-A1C7-1465-5A33-49ECE8D5D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B9B7A-1AA6-6A6B-F585-9EFCBC375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8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0C8B-9B01-8C0D-C412-B4E0A2933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4A035-AD88-4A0F-AABA-13229686D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6095C-DCB6-219A-893E-1DE0D6ED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B3B49-F4EF-2FC1-5CA2-72D725983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15E6C-BAE8-106C-AC6D-A7D9ABF5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79C8CB-2130-22CB-4D58-69698146C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52060-2797-CEF1-16AA-2ABF58DF5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0A714-40D4-1892-4F2B-6124319AB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1C8FB-A343-9D33-5F3C-85DB2F1A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90E4E-5B0D-1099-93D8-45BE7026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1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C09F3D-FE14-AC65-9396-FF1ED10FD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82DBA-1E49-E6BB-71BB-01F99C4B6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87D2C-66F0-7333-4F9A-860EF7FED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30A39-D598-4EAD-BC79-51BDC16E79C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EDBD7-BB58-39F6-B104-FD85103B7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5B1D5-85EA-0D57-C774-2DAEA9577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6B0B1-D276-48BD-B550-0DE710060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4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D1A8-CC44-7FD4-F966-630EA85D67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EBC85-14CE-146B-AEFB-1501E7F8E0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8730C-CFBD-D305-B443-151627DF3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306" y="0"/>
            <a:ext cx="12381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74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089A-E03C-AD2F-AEE7-E0970C9A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09F658-E332-6983-A567-643F61288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88" y="-67377"/>
            <a:ext cx="12213687" cy="694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23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BD16-47E0-77C0-0613-C099E5181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1B4D33-8557-026C-7C78-F5B7961A1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878" y="-77003"/>
            <a:ext cx="12319565" cy="700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47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3B1F-68C6-4C70-B992-5151C9B88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C68644-4B62-92F3-3561-42A3056D298C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725" y="-85725"/>
            <a:ext cx="12344399" cy="70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09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B73F3-267B-CD43-A923-39CAAF2D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F79BB5-785B-2C98-3610-8244CC7D2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95250"/>
            <a:ext cx="12344400" cy="703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3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4210E4-C507-6E29-EEE1-759980BD7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314" y="-65314"/>
            <a:ext cx="12335069" cy="700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41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NICOLO' RAUCCI</dc:creator>
  <cp:lastModifiedBy>NICOLO' RAUCCI</cp:lastModifiedBy>
  <cp:revision>1</cp:revision>
  <dcterms:created xsi:type="dcterms:W3CDTF">2026-05-29T06:26:46Z</dcterms:created>
  <dcterms:modified xsi:type="dcterms:W3CDTF">2026-05-29T07:21:14Z</dcterms:modified>
</cp:coreProperties>
</file>